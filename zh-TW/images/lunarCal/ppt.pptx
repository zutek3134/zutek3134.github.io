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1"/>
    <p:restoredTop sz="94674"/>
  </p:normalViewPr>
  <p:slideViewPr>
    <p:cSldViewPr snapToGrid="0">
      <p:cViewPr varScale="1">
        <p:scale>
          <a:sx n="124" d="100"/>
          <a:sy n="124" d="100"/>
        </p:scale>
        <p:origin x="20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B67C7-C5E0-AE46-9845-AC55A6B1D4C5}" type="datetimeFigureOut">
              <a:rPr kumimoji="1" lang="zh-TW" altLang="en-US" smtClean="0"/>
              <a:t>2023/4/2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4C6E8-EE65-7F43-9DB4-1666E3500BE7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042992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B67C7-C5E0-AE46-9845-AC55A6B1D4C5}" type="datetimeFigureOut">
              <a:rPr kumimoji="1" lang="zh-TW" altLang="en-US" smtClean="0"/>
              <a:t>2023/4/2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4C6E8-EE65-7F43-9DB4-1666E3500BE7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2103821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B67C7-C5E0-AE46-9845-AC55A6B1D4C5}" type="datetimeFigureOut">
              <a:rPr kumimoji="1" lang="zh-TW" altLang="en-US" smtClean="0"/>
              <a:t>2023/4/2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4C6E8-EE65-7F43-9DB4-1666E3500BE7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5213337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B67C7-C5E0-AE46-9845-AC55A6B1D4C5}" type="datetimeFigureOut">
              <a:rPr kumimoji="1" lang="zh-TW" altLang="en-US" smtClean="0"/>
              <a:t>2023/4/2</a:t>
            </a:fld>
            <a:endParaRPr kumimoji="1"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4C6E8-EE65-7F43-9DB4-1666E3500BE7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264700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B67C7-C5E0-AE46-9845-AC55A6B1D4C5}" type="datetimeFigureOut">
              <a:rPr kumimoji="1" lang="zh-TW" altLang="en-US" smtClean="0"/>
              <a:t>2023/4/2</a:t>
            </a:fld>
            <a:endParaRPr kumimoji="1"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4C6E8-EE65-7F43-9DB4-1666E3500BE7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8408521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B67C7-C5E0-AE46-9845-AC55A6B1D4C5}" type="datetimeFigureOut">
              <a:rPr kumimoji="1" lang="zh-TW" altLang="en-US" smtClean="0"/>
              <a:t>2023/4/2</a:t>
            </a:fld>
            <a:endParaRPr kumimoji="1"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4C6E8-EE65-7F43-9DB4-1666E3500BE7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5227678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B67C7-C5E0-AE46-9845-AC55A6B1D4C5}" type="datetimeFigureOut">
              <a:rPr kumimoji="1" lang="zh-TW" altLang="en-US" smtClean="0"/>
              <a:t>2023/4/2</a:t>
            </a:fld>
            <a:endParaRPr kumimoji="1"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4C6E8-EE65-7F43-9DB4-1666E3500BE7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014716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B67C7-C5E0-AE46-9845-AC55A6B1D4C5}" type="datetimeFigureOut">
              <a:rPr kumimoji="1" lang="zh-TW" altLang="en-US" smtClean="0"/>
              <a:t>2023/4/2</a:t>
            </a:fld>
            <a:endParaRPr kumimoji="1"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4C6E8-EE65-7F43-9DB4-1666E3500BE7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537671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B67C7-C5E0-AE46-9845-AC55A6B1D4C5}" type="datetimeFigureOut">
              <a:rPr kumimoji="1" lang="zh-TW" altLang="en-US" smtClean="0"/>
              <a:t>2023/4/2</a:t>
            </a:fld>
            <a:endParaRPr kumimoji="1"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4C6E8-EE65-7F43-9DB4-1666E3500BE7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01932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B67C7-C5E0-AE46-9845-AC55A6B1D4C5}" type="datetimeFigureOut">
              <a:rPr kumimoji="1" lang="zh-TW" altLang="en-US" smtClean="0"/>
              <a:t>2023/4/2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4C6E8-EE65-7F43-9DB4-1666E3500BE7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8378616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B67C7-C5E0-AE46-9845-AC55A6B1D4C5}" type="datetimeFigureOut">
              <a:rPr kumimoji="1" lang="zh-TW" altLang="en-US" smtClean="0"/>
              <a:t>2023/4/2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4C6E8-EE65-7F43-9DB4-1666E3500BE7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655913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FB67C7-C5E0-AE46-9845-AC55A6B1D4C5}" type="datetimeFigureOut">
              <a:rPr kumimoji="1" lang="zh-TW" altLang="en-US" smtClean="0"/>
              <a:t>2023/4/2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44C6E8-EE65-7F43-9DB4-1666E3500BE7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7474160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06035685-D2E3-A421-87E4-0B26E40C3F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4784502"/>
              </p:ext>
            </p:extLst>
          </p:nvPr>
        </p:nvGraphicFramePr>
        <p:xfrm>
          <a:off x="418956" y="4572475"/>
          <a:ext cx="10872342" cy="370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36334">
                  <a:extLst>
                    <a:ext uri="{9D8B030D-6E8A-4147-A177-3AD203B41FA5}">
                      <a16:colId xmlns:a16="http://schemas.microsoft.com/office/drawing/2014/main" val="1556529330"/>
                    </a:ext>
                  </a:extLst>
                </a:gridCol>
                <a:gridCol w="836334">
                  <a:extLst>
                    <a:ext uri="{9D8B030D-6E8A-4147-A177-3AD203B41FA5}">
                      <a16:colId xmlns:a16="http://schemas.microsoft.com/office/drawing/2014/main" val="1897382395"/>
                    </a:ext>
                  </a:extLst>
                </a:gridCol>
                <a:gridCol w="836334">
                  <a:extLst>
                    <a:ext uri="{9D8B030D-6E8A-4147-A177-3AD203B41FA5}">
                      <a16:colId xmlns:a16="http://schemas.microsoft.com/office/drawing/2014/main" val="3865825908"/>
                    </a:ext>
                  </a:extLst>
                </a:gridCol>
                <a:gridCol w="836334">
                  <a:extLst>
                    <a:ext uri="{9D8B030D-6E8A-4147-A177-3AD203B41FA5}">
                      <a16:colId xmlns:a16="http://schemas.microsoft.com/office/drawing/2014/main" val="3527697722"/>
                    </a:ext>
                  </a:extLst>
                </a:gridCol>
                <a:gridCol w="836334">
                  <a:extLst>
                    <a:ext uri="{9D8B030D-6E8A-4147-A177-3AD203B41FA5}">
                      <a16:colId xmlns:a16="http://schemas.microsoft.com/office/drawing/2014/main" val="10835734"/>
                    </a:ext>
                  </a:extLst>
                </a:gridCol>
                <a:gridCol w="836334">
                  <a:extLst>
                    <a:ext uri="{9D8B030D-6E8A-4147-A177-3AD203B41FA5}">
                      <a16:colId xmlns:a16="http://schemas.microsoft.com/office/drawing/2014/main" val="4037431085"/>
                    </a:ext>
                  </a:extLst>
                </a:gridCol>
                <a:gridCol w="836334">
                  <a:extLst>
                    <a:ext uri="{9D8B030D-6E8A-4147-A177-3AD203B41FA5}">
                      <a16:colId xmlns:a16="http://schemas.microsoft.com/office/drawing/2014/main" val="3171064761"/>
                    </a:ext>
                  </a:extLst>
                </a:gridCol>
                <a:gridCol w="836334">
                  <a:extLst>
                    <a:ext uri="{9D8B030D-6E8A-4147-A177-3AD203B41FA5}">
                      <a16:colId xmlns:a16="http://schemas.microsoft.com/office/drawing/2014/main" val="616346155"/>
                    </a:ext>
                  </a:extLst>
                </a:gridCol>
                <a:gridCol w="836334">
                  <a:extLst>
                    <a:ext uri="{9D8B030D-6E8A-4147-A177-3AD203B41FA5}">
                      <a16:colId xmlns:a16="http://schemas.microsoft.com/office/drawing/2014/main" val="1237427070"/>
                    </a:ext>
                  </a:extLst>
                </a:gridCol>
                <a:gridCol w="836334">
                  <a:extLst>
                    <a:ext uri="{9D8B030D-6E8A-4147-A177-3AD203B41FA5}">
                      <a16:colId xmlns:a16="http://schemas.microsoft.com/office/drawing/2014/main" val="1203827211"/>
                    </a:ext>
                  </a:extLst>
                </a:gridCol>
                <a:gridCol w="836334">
                  <a:extLst>
                    <a:ext uri="{9D8B030D-6E8A-4147-A177-3AD203B41FA5}">
                      <a16:colId xmlns:a16="http://schemas.microsoft.com/office/drawing/2014/main" val="2031373391"/>
                    </a:ext>
                  </a:extLst>
                </a:gridCol>
                <a:gridCol w="836334">
                  <a:extLst>
                    <a:ext uri="{9D8B030D-6E8A-4147-A177-3AD203B41FA5}">
                      <a16:colId xmlns:a16="http://schemas.microsoft.com/office/drawing/2014/main" val="3104766716"/>
                    </a:ext>
                  </a:extLst>
                </a:gridCol>
                <a:gridCol w="836334">
                  <a:extLst>
                    <a:ext uri="{9D8B030D-6E8A-4147-A177-3AD203B41FA5}">
                      <a16:colId xmlns:a16="http://schemas.microsoft.com/office/drawing/2014/main" val="38485695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9670752"/>
                  </a:ext>
                </a:extLst>
              </a:tr>
            </a:tbl>
          </a:graphicData>
        </a:graphic>
      </p:graphicFrame>
      <p:graphicFrame>
        <p:nvGraphicFramePr>
          <p:cNvPr id="6" name="表格 4">
            <a:extLst>
              <a:ext uri="{FF2B5EF4-FFF2-40B4-BE49-F238E27FC236}">
                <a16:creationId xmlns:a16="http://schemas.microsoft.com/office/drawing/2014/main" id="{986B7B76-5EA5-A107-CD33-CD636F6594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6127678"/>
              </p:ext>
            </p:extLst>
          </p:nvPr>
        </p:nvGraphicFramePr>
        <p:xfrm>
          <a:off x="16552" y="4952352"/>
          <a:ext cx="11695992" cy="370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35428">
                  <a:extLst>
                    <a:ext uri="{9D8B030D-6E8A-4147-A177-3AD203B41FA5}">
                      <a16:colId xmlns:a16="http://schemas.microsoft.com/office/drawing/2014/main" val="1556529330"/>
                    </a:ext>
                  </a:extLst>
                </a:gridCol>
                <a:gridCol w="835428">
                  <a:extLst>
                    <a:ext uri="{9D8B030D-6E8A-4147-A177-3AD203B41FA5}">
                      <a16:colId xmlns:a16="http://schemas.microsoft.com/office/drawing/2014/main" val="1897382395"/>
                    </a:ext>
                  </a:extLst>
                </a:gridCol>
                <a:gridCol w="835428">
                  <a:extLst>
                    <a:ext uri="{9D8B030D-6E8A-4147-A177-3AD203B41FA5}">
                      <a16:colId xmlns:a16="http://schemas.microsoft.com/office/drawing/2014/main" val="3865825908"/>
                    </a:ext>
                  </a:extLst>
                </a:gridCol>
                <a:gridCol w="835428">
                  <a:extLst>
                    <a:ext uri="{9D8B030D-6E8A-4147-A177-3AD203B41FA5}">
                      <a16:colId xmlns:a16="http://schemas.microsoft.com/office/drawing/2014/main" val="3527697722"/>
                    </a:ext>
                  </a:extLst>
                </a:gridCol>
                <a:gridCol w="835428">
                  <a:extLst>
                    <a:ext uri="{9D8B030D-6E8A-4147-A177-3AD203B41FA5}">
                      <a16:colId xmlns:a16="http://schemas.microsoft.com/office/drawing/2014/main" val="10835734"/>
                    </a:ext>
                  </a:extLst>
                </a:gridCol>
                <a:gridCol w="835428">
                  <a:extLst>
                    <a:ext uri="{9D8B030D-6E8A-4147-A177-3AD203B41FA5}">
                      <a16:colId xmlns:a16="http://schemas.microsoft.com/office/drawing/2014/main" val="4037431085"/>
                    </a:ext>
                  </a:extLst>
                </a:gridCol>
                <a:gridCol w="835428">
                  <a:extLst>
                    <a:ext uri="{9D8B030D-6E8A-4147-A177-3AD203B41FA5}">
                      <a16:colId xmlns:a16="http://schemas.microsoft.com/office/drawing/2014/main" val="3171064761"/>
                    </a:ext>
                  </a:extLst>
                </a:gridCol>
                <a:gridCol w="835428">
                  <a:extLst>
                    <a:ext uri="{9D8B030D-6E8A-4147-A177-3AD203B41FA5}">
                      <a16:colId xmlns:a16="http://schemas.microsoft.com/office/drawing/2014/main" val="616346155"/>
                    </a:ext>
                  </a:extLst>
                </a:gridCol>
                <a:gridCol w="835428">
                  <a:extLst>
                    <a:ext uri="{9D8B030D-6E8A-4147-A177-3AD203B41FA5}">
                      <a16:colId xmlns:a16="http://schemas.microsoft.com/office/drawing/2014/main" val="1237427070"/>
                    </a:ext>
                  </a:extLst>
                </a:gridCol>
                <a:gridCol w="835428">
                  <a:extLst>
                    <a:ext uri="{9D8B030D-6E8A-4147-A177-3AD203B41FA5}">
                      <a16:colId xmlns:a16="http://schemas.microsoft.com/office/drawing/2014/main" val="1203827211"/>
                    </a:ext>
                  </a:extLst>
                </a:gridCol>
                <a:gridCol w="835428">
                  <a:extLst>
                    <a:ext uri="{9D8B030D-6E8A-4147-A177-3AD203B41FA5}">
                      <a16:colId xmlns:a16="http://schemas.microsoft.com/office/drawing/2014/main" val="2031373391"/>
                    </a:ext>
                  </a:extLst>
                </a:gridCol>
                <a:gridCol w="835428">
                  <a:extLst>
                    <a:ext uri="{9D8B030D-6E8A-4147-A177-3AD203B41FA5}">
                      <a16:colId xmlns:a16="http://schemas.microsoft.com/office/drawing/2014/main" val="3104766716"/>
                    </a:ext>
                  </a:extLst>
                </a:gridCol>
                <a:gridCol w="835428">
                  <a:extLst>
                    <a:ext uri="{9D8B030D-6E8A-4147-A177-3AD203B41FA5}">
                      <a16:colId xmlns:a16="http://schemas.microsoft.com/office/drawing/2014/main" val="3912013033"/>
                    </a:ext>
                  </a:extLst>
                </a:gridCol>
                <a:gridCol w="835428">
                  <a:extLst>
                    <a:ext uri="{9D8B030D-6E8A-4147-A177-3AD203B41FA5}">
                      <a16:colId xmlns:a16="http://schemas.microsoft.com/office/drawing/2014/main" val="38485695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h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err="1">
                          <a:solidFill>
                            <a:schemeClr val="tx1"/>
                          </a:solidFill>
                        </a:rPr>
                        <a:t>i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j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k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l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m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n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9670752"/>
                  </a:ext>
                </a:extLst>
              </a:tr>
            </a:tbl>
          </a:graphicData>
        </a:graphic>
      </p:graphicFrame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CA0F9493-49FE-AF32-45B8-2434030E8D0E}"/>
              </a:ext>
            </a:extLst>
          </p:cNvPr>
          <p:cNvCxnSpPr/>
          <p:nvPr/>
        </p:nvCxnSpPr>
        <p:spPr>
          <a:xfrm>
            <a:off x="945222" y="4294598"/>
            <a:ext cx="8938517" cy="0"/>
          </a:xfrm>
          <a:prstGeom prst="line">
            <a:avLst/>
          </a:prstGeom>
          <a:ln w="762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字方塊 8">
            <a:extLst>
              <a:ext uri="{FF2B5EF4-FFF2-40B4-BE49-F238E27FC236}">
                <a16:creationId xmlns:a16="http://schemas.microsoft.com/office/drawing/2014/main" id="{A4B2309C-A22E-0092-0CE4-F81345DA21D2}"/>
              </a:ext>
            </a:extLst>
          </p:cNvPr>
          <p:cNvSpPr txBox="1"/>
          <p:nvPr/>
        </p:nvSpPr>
        <p:spPr>
          <a:xfrm>
            <a:off x="714389" y="3601662"/>
            <a:ext cx="461665" cy="553998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kumimoji="1" lang="zh-TW" altLang="en-US" dirty="0"/>
              <a:t>冬至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7D287061-AFEA-1737-58AC-E1117A1E21D0}"/>
              </a:ext>
            </a:extLst>
          </p:cNvPr>
          <p:cNvSpPr txBox="1"/>
          <p:nvPr/>
        </p:nvSpPr>
        <p:spPr>
          <a:xfrm>
            <a:off x="9652906" y="3139997"/>
            <a:ext cx="461665" cy="1015663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kumimoji="1" lang="zh-TW" altLang="en-US" dirty="0"/>
              <a:t>下次冬至</a:t>
            </a:r>
          </a:p>
        </p:txBody>
      </p:sp>
    </p:spTree>
    <p:extLst>
      <p:ext uri="{BB962C8B-B14F-4D97-AF65-F5344CB8AC3E}">
        <p14:creationId xmlns:p14="http://schemas.microsoft.com/office/powerpoint/2010/main" val="17788332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18</TotalTime>
  <Words>18</Words>
  <Application>Microsoft Macintosh PowerPoint</Application>
  <PresentationFormat>寬螢幕</PresentationFormat>
  <Paragraphs>16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Sun Shih Chien</dc:creator>
  <cp:lastModifiedBy>Sun Shih Chien</cp:lastModifiedBy>
  <cp:revision>1</cp:revision>
  <dcterms:created xsi:type="dcterms:W3CDTF">2023-04-01T19:21:20Z</dcterms:created>
  <dcterms:modified xsi:type="dcterms:W3CDTF">2023-04-01T19:40:12Z</dcterms:modified>
</cp:coreProperties>
</file>